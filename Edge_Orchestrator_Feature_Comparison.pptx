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8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78C1AC-FE37-A631-0193-393F2E945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125737"/>
              </p:ext>
            </p:extLst>
          </p:nvPr>
        </p:nvGraphicFramePr>
        <p:xfrm>
          <a:off x="-1" y="0"/>
          <a:ext cx="10146452" cy="690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8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15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68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97717">
                <a:tc>
                  <a:txBody>
                    <a:bodyPr/>
                    <a:lstStyle/>
                    <a:p>
                      <a:r>
                        <a:rPr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Avassa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Dell NativeEdge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VMware 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ZEDEDA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KubeEdge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 IoT (Azure / AWS)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023">
                <a:tc>
                  <a:txBody>
                    <a:bodyPr/>
                    <a:lstStyle/>
                    <a:p>
                      <a:r>
                        <a:t>Containers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717">
                <a:tc>
                  <a:txBody>
                    <a:bodyPr/>
                    <a:lstStyle/>
                    <a:p>
                      <a:r>
                        <a:t>VM Workloads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9596">
                <a:tc>
                  <a:txBody>
                    <a:bodyPr/>
                    <a:lstStyle/>
                    <a:p>
                      <a:r>
                        <a:t>Edge Site Autonomy / 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7717">
                <a:tc>
                  <a:txBody>
                    <a:bodyPr/>
                    <a:lstStyle/>
                    <a:p>
                      <a:r>
                        <a:t>OS Lifecycle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Built‑in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Integrated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Integrated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7717">
                <a:tc>
                  <a:txBody>
                    <a:bodyPr/>
                    <a:lstStyle/>
                    <a:p>
                      <a:r>
                        <a:t>Secrets &amp; Eventing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Built‑in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Integrated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Integrated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Add‑ons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7717">
                <a:tc>
                  <a:txBody>
                    <a:bodyPr/>
                    <a:lstStyle/>
                    <a:p>
                      <a:r>
                        <a:t>Zero‑Touch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9596">
                <a:tc>
                  <a:txBody>
                    <a:bodyPr/>
                    <a:lstStyle/>
                    <a:p>
                      <a:r>
                        <a:t>Primary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Autonomous edge 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Enterprise edge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VMware‑centric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Secure device fleets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K8s‑native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IoT workloads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31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98</Words>
  <Application>Microsoft Office PowerPoint</Application>
  <PresentationFormat>On-screen Show (4:3)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Priyanka Kumari</cp:lastModifiedBy>
  <cp:revision>2</cp:revision>
  <dcterms:created xsi:type="dcterms:W3CDTF">2013-01-27T09:14:16Z</dcterms:created>
  <dcterms:modified xsi:type="dcterms:W3CDTF">2026-01-12T06:28:32Z</dcterms:modified>
  <cp:category/>
</cp:coreProperties>
</file>
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88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323C"/>
                </a:solidFill>
              </a:defRPr>
            </a:pPr>
            <a:r>
              <a:t>VM Migration from VMware to HPE VME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00AE72"/>
                </a:solidFill>
              </a:defRPr>
            </a:pPr>
            <a:r>
              <a:t>Modernizing workloads using HPE Morpheus VM Essentials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23C"/>
                </a:solidFill>
              </a:defRPr>
            </a:pPr>
            <a:r>
              <a:t>1. Assessment &amp;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Discover VMware workloads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Inventory VMs, dependencies, and OS versions</a:t>
            </a:r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Validate compatibility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Check HVM support for guest OS and features</a:t>
            </a:r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Right-size workloads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Map compute, storage, and network needs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23C"/>
                </a:solidFill>
              </a:defRPr>
            </a:pPr>
            <a:r>
              <a:t>2. Prepare HPE VME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Deploy HPE VME cluster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Configure compute, storage arrays, networking</a:t>
            </a:r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Configure HPE Morpheus VM Essentials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Setup tenants, templates, cloud integrations</a:t>
            </a:r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Validate connectivity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Ensure access to VMware vCenter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23C"/>
                </a:solidFill>
              </a:defRPr>
            </a:pPr>
            <a:r>
              <a:t>3. Migration Tools &amp;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HPE VME Built‑in Migration Tool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Supports VMware-to-HVM migration</a:t>
            </a:r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Agentless or agent-based migration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Flexible depending on workload</a:t>
            </a:r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Validate disk &amp; driver compatibility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Convert VMDK to HVM-supported format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23C"/>
                </a:solidFill>
              </a:defRPr>
            </a:pPr>
            <a:r>
              <a:t>4. Perform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Live / cold migration options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Minimal downtime supported</a:t>
            </a:r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Convert VM disk formats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Automatic conversion during migration</a:t>
            </a:r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Validate application consistency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Perform pre- and post-checks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23C"/>
                </a:solidFill>
              </a:defRPr>
            </a:pPr>
            <a:r>
              <a:t>5. Testing &amp; Cutover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Power on migrated VMs in HPE VME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Validate boot process, services, and apps</a:t>
            </a:r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Test connectivity &amp; performance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Network, storage, and application tests</a:t>
            </a:r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Switch production traffic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Finalize migration and update DNS/routes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23C"/>
                </a:solidFill>
              </a:defRPr>
            </a:pPr>
            <a:r>
              <a:t>6. Optimize &amp; Decommission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Optimize performance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Tune compute, networking, and storage</a:t>
            </a:r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Implement backup &amp; DR policies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Use VME-supported backup partners</a:t>
            </a:r>
          </a:p>
          <a:p>
            <a:pPr>
              <a:defRPr sz="2000">
                <a:solidFill>
                  <a:srgbClr val="00AE72"/>
                </a:solidFill>
              </a:defRPr>
            </a:pPr>
            <a:r>
              <a:t>• Decommission legacy VMware infra</a:t>
            </a:r>
          </a:p>
          <a:p>
            <a:pPr lvl="1">
              <a:defRPr sz="2000">
                <a:solidFill>
                  <a:srgbClr val="00323C"/>
                </a:solidFill>
              </a:defRPr>
            </a:pPr>
            <a:r>
              <a:t>– Retire ESXi hosts and vCenter if no longer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23C"/>
                </a:solidFill>
              </a:defRPr>
            </a:pPr>
            <a:r>
              <a:t>Migration Tools Comparison: VMware vs HPE VME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0058400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AE72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AE72"/>
                          </a:solidFill>
                        </a:defRPr>
                      </a:pPr>
                      <a:r>
                        <a:t>VMware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AE72"/>
                          </a:solidFill>
                        </a:defRPr>
                      </a:pPr>
                      <a:r>
                        <a:t>HPE VME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323C"/>
                          </a:solidFill>
                        </a:defRPr>
                      </a:pPr>
                      <a:r>
                        <a:t>Native Migration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323C"/>
                          </a:solidFill>
                        </a:defRPr>
                      </a:pPr>
                      <a:r>
                        <a:t>vMotion / Converter (EOL)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323C"/>
                          </a:solidFill>
                        </a:defRPr>
                      </a:pPr>
                      <a:r>
                        <a:t>Built‑in VMware‑to‑HVM Migrator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323C"/>
                          </a:solidFill>
                        </a:defRPr>
                      </a:pPr>
                      <a:r>
                        <a:t>Live Migration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323C"/>
                          </a:solidFill>
                        </a:defRPr>
                      </a:pPr>
                      <a:r>
                        <a:t>Yes (vMotion)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323C"/>
                          </a:solidFill>
                        </a:defRPr>
                      </a:pPr>
                      <a:r>
                        <a:t>Yes (Live Migration)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323C"/>
                          </a:solidFill>
                        </a:defRPr>
                      </a:pPr>
                      <a:r>
                        <a:t>Cold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323C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323C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323C"/>
                          </a:solidFill>
                        </a:defRPr>
                      </a:pPr>
                      <a:r>
                        <a:t>Disk Format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323C"/>
                          </a:solidFill>
                        </a:defRPr>
                      </a:pPr>
                      <a:r>
                        <a:t>Manual /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323C"/>
                          </a:solidFill>
                        </a:defRPr>
                      </a:pPr>
                      <a:r>
                        <a:t>Automatic VMDK → HVM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323C"/>
                          </a:solidFill>
                        </a:defRPr>
                      </a:pPr>
                      <a:r>
                        <a:t>Cross‑Hypervisor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323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323C"/>
                          </a:solidFill>
                        </a:defRPr>
                      </a:pPr>
                      <a:r>
                        <a:t>Yes (ESXi → HVM)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328</Words>
  <Application>Microsoft Office PowerPoint</Application>
  <PresentationFormat>On-screen Show (4:3)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VM Migration from VMware to HPE VME</vt:lpstr>
      <vt:lpstr>1. Assessment &amp; Planning</vt:lpstr>
      <vt:lpstr>2. Prepare HPE VME Environment</vt:lpstr>
      <vt:lpstr>3. Migration Tools &amp; Methods</vt:lpstr>
      <vt:lpstr>4. Perform Migration</vt:lpstr>
      <vt:lpstr>5. Testing &amp; Cutover</vt:lpstr>
      <vt:lpstr>6. Optimize &amp; Decommission</vt:lpstr>
      <vt:lpstr>Migration Tools Comparison: VMware vs HPE VME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Priyanka Kumari</cp:lastModifiedBy>
  <cp:revision>1</cp:revision>
  <dcterms:created xsi:type="dcterms:W3CDTF">2013-01-27T09:14:16Z</dcterms:created>
  <dcterms:modified xsi:type="dcterms:W3CDTF">2025-11-18T12:49:30Z</dcterms:modified>
  <cp:category/>
</cp:coreProperties>
</file>
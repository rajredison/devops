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Hardware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63285">
                <a:tc>
                  <a:txBody>
                    <a:bodyPr/>
                    <a:lstStyle/>
                    <a:p>
                      <a:r>
                        <a:t>Hardware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Platform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Hardware SKU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Comments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Alletra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Alletra 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Alletra 4100, 4120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iSCSI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AMD 2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DL145 Gen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1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DL320 Gen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1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DL320 Gen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AMD 1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DL325 Gen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AMD 2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DL345 Gen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1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DL360 Gen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1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DL360 Gen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1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DL360 Gen 10+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1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DL360 Gen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1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DL360 Gen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AMD 1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DL325 Gen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AMD 1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DL365 Gen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AMD 2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DL385 Gen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AMD 2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DL345 Gen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2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DL340 Gen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2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DL380 Gen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2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DL380 Gen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2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DL380 Gen 10+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2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DL380 Gen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2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DL380a Gen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2 RU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DL380 Gen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ProLiant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tower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ProLiant ML350 Gen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Synergy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single slot blade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Synergy 480 Gen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HPE Synergy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Intel single slot blade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Synergy 480 Gen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/>
                    <a:lstStyle/>
                    <a:p>
                      <a:r>
                        <a:t>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Dell PowerEdge R660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iSCSI, FC, NFS</a:t>
                      </a:r>
                    </a:p>
                  </a:txBody>
                  <a:tcPr/>
                </a:tc>
              </a:tr>
              <a:tr h="163305">
                <a:tc>
                  <a:txBody>
                    <a:bodyPr/>
                    <a:lstStyle/>
                    <a:p>
                      <a:r>
                        <a:t>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Dell PowerEdge R670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iSCSI, FC, NFS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Hardware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6571">
                <a:tc>
                  <a:txBody>
                    <a:bodyPr/>
                    <a:lstStyle/>
                    <a:p>
                      <a:r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Hardware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Platform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Comments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HPE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Alletra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Alletra 5000 (5010,5030,5050) iSCSI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Update firmware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HPE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Alletra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Alletra 6000 (6010-6090) iSCSI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Update firmware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HPE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Alletra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Alletra 9000 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Update firmware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HPE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Alletra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Alletra MP B10000 iSCSI/FC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HPE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MSA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 Gen7 (2070,2072)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Update firmware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HPE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MSA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 Gen6 (1060,2060,2062)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Update firmware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HPE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HPE XP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XP8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Update firmware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NetApp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Flash FAS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AFF A-Series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ONTAP&gt;=9.14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NetApp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Flash FAS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AFF C-Series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ONTAP&gt;=9.14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PowerStore 4.0.0.2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iSCSI FC NFS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Pure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FlashArray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FlashArray//X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Purity&gt;=6.6.1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Pure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FlashArray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FlashArray//XL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Purity&gt;=6.6.1</a:t>
                      </a:r>
                    </a:p>
                  </a:txBody>
                  <a:tcPr/>
                </a:tc>
              </a:tr>
              <a:tr h="326577">
                <a:tc>
                  <a:txBody>
                    <a:bodyPr/>
                    <a:lstStyle/>
                    <a:p>
                      <a:r>
                        <a:t>Pure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FlashArray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FlashArray//C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Purity&gt;=6.7.1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ISV Support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07818">
                <a:tc>
                  <a:txBody>
                    <a:bodyPr/>
                    <a:lstStyle/>
                    <a:p>
                      <a:r>
                        <a:t>Partner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Deployment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Apache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Cassandra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Veeam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Backup &amp; Replication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CelerData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StarRocks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Cohesity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DataProtect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7.1.2+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Cohesity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NetBackup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Commvault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 Backup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Agent/Image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HP Anyware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25.03.1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OpenText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26/25.2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Single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2016-2022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MongoDB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Elastic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Elastic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9.0.0-1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Citrix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Virtual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7.2402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Omnissa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8.13.1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XProtect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SMInformation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ClusterPlex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5.0.5.5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Splunk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Splunk 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t>Vali Cyber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ZeroLock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t>Virtual 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UDS 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Hypervisor 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286000">
                <a:tc>
                  <a:txBody>
                    <a:bodyPr/>
                    <a:lstStyle/>
                    <a:p>
                      <a:r>
                        <a:t>OS 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OS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Storage</a:t>
                      </a:r>
                    </a:p>
                  </a:txBody>
                  <a:tcPr/>
                </a:tc>
              </a:tr>
              <a:tr h="2286000">
                <a:tc>
                  <a:txBody>
                    <a:bodyPr/>
                    <a:lstStyle/>
                    <a:p>
                      <a:r>
                        <a:t>Canonical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Ubuntu 22.04/24.04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Alletra iSCSI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Guest 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08000">
                <a:tc>
                  <a:txBody>
                    <a:bodyPr/>
                    <a:lstStyle/>
                    <a:p>
                      <a:r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Validated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RHEL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8.2 9.0 9.3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RHEL 9.3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CentOS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CentOS 8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SUSE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15-SP4 SP6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SLES SP6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Windows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2016-2025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WS2025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Windows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24H2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Windows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Win10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Ubuntu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2022.04 2024.04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24.04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Rocky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
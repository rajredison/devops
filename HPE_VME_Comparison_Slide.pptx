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884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" y="-259820"/>
            <a:ext cx="7792720" cy="267229"/>
          </a:xfrm>
        </p:spPr>
        <p:txBody>
          <a:bodyPr>
            <a:noAutofit/>
          </a:bodyPr>
          <a:lstStyle/>
          <a:p>
            <a:r>
              <a:rPr sz="1200" dirty="0"/>
              <a:t>HPE VME Comparison: Old vs N-1 vs Latest Version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240501"/>
              </p:ext>
            </p:extLst>
          </p:nvPr>
        </p:nvGraphicFramePr>
        <p:xfrm>
          <a:off x="-77894" y="7409"/>
          <a:ext cx="8591359" cy="9896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919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Old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N-1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Latest 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838">
                <a:tc>
                  <a:txBody>
                    <a:bodyPr/>
                    <a:lstStyle/>
                    <a:p>
                      <a:r>
                        <a:t>Platform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Basic HVM engine, smaller 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Optimized HVM, larger 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HVM 5.x unified fabric, hyper-scalable clusters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990">
                <a:tc>
                  <a:txBody>
                    <a:bodyPr/>
                    <a:lstStyle/>
                    <a:p>
                      <a:r>
                        <a:t>Compute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Gen9/Gen10, basic OneView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Gen10/Gen11, full OneView + </a:t>
                      </a:r>
                      <a:r>
                        <a:rPr dirty="0" err="1"/>
                        <a:t>iLO</a:t>
                      </a:r>
                      <a:r>
                        <a:rPr dirty="0"/>
                        <a:t>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Gen11/Gen12, full DPU offload + GreenLake cloud 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990">
                <a:tc>
                  <a:txBody>
                    <a:bodyPr/>
                    <a:lstStyle/>
                    <a:p>
                      <a:r>
                        <a:t>Storage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3PAR/Nimble,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Alletra MP/6000/9000, advanced 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Alletra MP + Zerto DR + multi-site stretch clusters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838">
                <a:tc>
                  <a:txBody>
                    <a:bodyPr/>
                    <a:lstStyle/>
                    <a:p>
                      <a:r>
                        <a:t>Networking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Basic switching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Aruba CX micro-segmentation, IPAM/DNS plugins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Aruba ESP + AIOps + Zero-trust overlays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990">
                <a:tc>
                  <a:txBody>
                    <a:bodyPr/>
                    <a:lstStyle/>
                    <a:p>
                      <a:r>
                        <a:t>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Basic UI, limited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Morpheus automation, full API, modern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Unified HPE GreenLake management + ML-based orchestration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5990">
                <a:tc>
                  <a:txBody>
                    <a:bodyPr/>
                    <a:lstStyle/>
                    <a:p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Basic 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 encryption + vTPM + Vault/CyberArk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Zero-Trust, DPU isolation, continuous compliance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05990">
                <a:tc>
                  <a:txBody>
                    <a:bodyPr/>
                    <a:lstStyle/>
                    <a:p>
                      <a:r>
                        <a:t>Backup &amp; 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Limited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Veeam, Rubrik, Cohesity, Commvault full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ecosystem + Zerto continuous DR + workload mobility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3838">
                <a:tc>
                  <a:txBody>
                    <a:bodyPr/>
                    <a:lstStyle/>
                    <a:p>
                      <a:r>
                        <a:t>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No native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Built-in VMware → HVM migrator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Automated bulk migration + cross-cloud mobility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5990">
                <a:tc>
                  <a:txBody>
                    <a:bodyPr/>
                    <a:lstStyle/>
                    <a:p>
                      <a:r>
                        <a:t>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Minimal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Monitoring + automation 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Expanded marketplace + full API integration + AI-driven 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203</Words>
  <Application>Microsoft Office PowerPoint</Application>
  <PresentationFormat>On-screen Show (4:3)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HPE VME Comparison: Old vs N-1 vs Latest Version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Priyanka Kumari</cp:lastModifiedBy>
  <cp:revision>2</cp:revision>
  <dcterms:created xsi:type="dcterms:W3CDTF">2013-01-27T09:14:16Z</dcterms:created>
  <dcterms:modified xsi:type="dcterms:W3CDTF">2025-11-19T08:28:32Z</dcterms:modified>
  <cp:category/>
</cp:coreProperties>
</file>
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3" autoAdjust="0"/>
    <p:restoredTop sz="94660"/>
  </p:normalViewPr>
  <p:slideViewPr>
    <p:cSldViewPr snapToGrid="0">
      <p:cViewPr varScale="1">
        <p:scale>
          <a:sx n="89" d="100"/>
          <a:sy n="89" d="100"/>
        </p:scale>
        <p:origin x="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AA773-0ECB-6CA5-4BA3-800F3865AC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B93825-FF08-0E39-648E-AD351D224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AB0AB-D9AA-2D67-095A-74EE0C377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782B4-1B4D-3D1E-EE1F-9561B0140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95333E-F9F6-3E10-EC18-C961C30B5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959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8A60-301F-BDD6-E458-DEBBFF93B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5CFEC-B9E4-83AC-06BF-5D361BB48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826BC-4030-9C7D-3CD4-F8FD34862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DB71B-7505-6F40-D5DD-9AC742D8F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DEA2E-6AD0-74FE-5367-D72543DB0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8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A932-08FB-FD2D-96D9-DCA7E21CC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4C2C3-1540-6084-A4F0-859718F33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61C5C-A78F-29E5-8D6C-921CAE1EB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09AB3-2F6D-B2FC-CF7A-C60266826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628FC-BF99-856B-3235-C1BB7D57E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0921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71A43-D553-2378-E019-92A5DEBEB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3E45D-7D1F-7778-A192-C549B5B5EF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1904FD-5FAA-86E2-D835-CA075E162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51649-8448-D76E-848E-8A3C803D4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BA54E-D35E-AEF9-18B4-67E619CD9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EFC9A-0BF2-180F-4D9C-0B1A86E1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01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3E156-5059-FF62-A6D7-9FB977557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88094B-DE61-4CB4-6095-AAF8CE8A91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AA270F-CD42-3AE0-7F17-20535B79EC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886D2-F83E-55F3-97D0-F1F0E4809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FC30C-8F70-DB0D-22BA-7E8A6DD8A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14CCF7-82CA-DB15-FE55-1AA90DEF7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BE0AEC-E654-355B-952B-64A50EAE3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CD302E-6D59-AC2C-19A3-9C097501C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5994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FE00E-9C30-933D-E5CC-1B31D156A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DB9476-C6AE-A1A1-CF3A-973C06479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CBBFF4-86D4-4F3F-D9C3-E61AF42AD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16F78-40A9-9264-C427-6B8E121B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71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80A828-7309-F587-7A16-DB81497B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F7923C-FD35-6AA2-EEAF-22E33D78B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41FC7-01FA-5775-7747-48EB5CF10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8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67AF1-B2DE-158F-1F37-CF0F6AB6A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0AC47-CDD6-6305-2E59-819A514D6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DC4227-AA4B-6E32-CF36-B35586D184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CFD33D-72E7-8807-8524-FC4B79686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F3D96-84B4-CB5D-8DD8-0A4DF2C59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DEDBC-7191-B0A9-AAE6-3DC6C87FF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483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2DF83-507C-A02A-4785-B158D50A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90F6EF-04A1-7C71-DA5D-71E8D94705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86198-4916-40CC-AB1D-02B7CD169F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5D770-FD4B-F575-F3EA-E596BD1E3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2EEED0-CAFA-7A81-E1C7-2BAB5C064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FC592-21CD-8F66-230A-C4E63156FF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24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4D482-EEDB-213D-2ED6-FC6FE7FDE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A3F82-A2B2-26F0-1A5C-CEA6ACBBD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BFDAF-7C81-90D7-D373-A902F2A9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FF96-4070-F0CE-31DD-86B97822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DFCB-6C0E-5A6F-6520-5E056C87E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31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6650DA-BCA4-FE41-FF17-5545FBE910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25A21D-A79C-0596-F708-64D7E8F26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45C5D-D9F5-A8A8-AAFF-3EEA9AFEA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B7634-9A2B-9D31-7DE2-78AFAB1AB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5C6E8-288F-C372-8E91-3D2788F7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6557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D6E340-CED8-8399-1FF5-63722BEBB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FBDEC-9060-D2C8-21C8-6E650C155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B8FB7-13F4-4E99-8683-E4466C0F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89FBAC-B228-433B-9BA5-44EF37FFC1EA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FAD5E-1F5A-DBBB-6CB5-FAD42C48A3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55EEA-4A6F-DA60-2239-4BD5F2F361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34BBC-ED03-495E-9CFD-1525A113FB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0977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24F7D-2ED5-C1B8-7699-70A031DCB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00101"/>
            <a:ext cx="9144000" cy="750094"/>
          </a:xfrm>
        </p:spPr>
        <p:txBody>
          <a:bodyPr>
            <a:noAutofit/>
          </a:bodyPr>
          <a:lstStyle/>
          <a:p>
            <a:r>
              <a:rPr lang="en-US" sz="4400" b="1" dirty="0"/>
              <a:t>Core Capabilities of Private Cloud</a:t>
            </a:r>
            <a:endParaRPr lang="en-IN" sz="4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94E807-C29A-2241-E18B-E3FBED548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1131" y="1851818"/>
            <a:ext cx="9641682" cy="3970337"/>
          </a:xfrm>
        </p:spPr>
        <p:txBody>
          <a:bodyPr>
            <a:normAutofit fontScale="92500" lnSpcReduction="20000"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private cloud</a:t>
            </a:r>
            <a:r>
              <a:rPr lang="en-US" dirty="0"/>
              <a:t> delivers cloud-like capabilities (automation, self-service, elasticity, and on-demand provisioning) but within a customer-owned or dedicated environment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sz="1600" dirty="0"/>
          </a:p>
          <a:p>
            <a:r>
              <a:rPr lang="en-IN" sz="16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3848997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6A9F-8872-78E2-255F-F8658BA5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Compute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4C55A-BAB2-CCA1-E8D7-C181C3F9D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Virtualization &amp; VM Management (vSphere, KVM, Hyper-V)</a:t>
            </a:r>
          </a:p>
          <a:p>
            <a:endParaRPr lang="en-IN" dirty="0"/>
          </a:p>
          <a:p>
            <a:r>
              <a:rPr lang="en-IN" dirty="0"/>
              <a:t>Bare-metal provisioning for high-performance workloads</a:t>
            </a:r>
          </a:p>
          <a:p>
            <a:endParaRPr lang="en-IN" dirty="0"/>
          </a:p>
          <a:p>
            <a:r>
              <a:rPr lang="en-IN" dirty="0"/>
              <a:t>GPU virtualization / passthrough (AI/ML, VDI, HPC)</a:t>
            </a:r>
          </a:p>
          <a:p>
            <a:endParaRPr lang="en-IN" dirty="0"/>
          </a:p>
          <a:p>
            <a:r>
              <a:rPr lang="en-IN" dirty="0"/>
              <a:t>Auto-scaling of compute pools</a:t>
            </a:r>
          </a:p>
          <a:p>
            <a:endParaRPr lang="en-IN" dirty="0"/>
          </a:p>
          <a:p>
            <a:r>
              <a:rPr lang="en-IN" dirty="0"/>
              <a:t>Multi-tenant resource isolation</a:t>
            </a:r>
          </a:p>
          <a:p>
            <a:endParaRPr lang="en-IN" dirty="0"/>
          </a:p>
          <a:p>
            <a:r>
              <a:rPr lang="en-IN" dirty="0"/>
              <a:t>High availability (HA) &amp; clustering</a:t>
            </a:r>
          </a:p>
        </p:txBody>
      </p:sp>
    </p:spTree>
    <p:extLst>
      <p:ext uri="{BB962C8B-B14F-4D97-AF65-F5344CB8AC3E}">
        <p14:creationId xmlns:p14="http://schemas.microsoft.com/office/powerpoint/2010/main" val="3568752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F932-2F27-1FD2-B683-C579A0D92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Storage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5630E-4078-30C1-3301-9A4C6CBA6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dirty="0"/>
              <a:t>Block, File, and Object storage</a:t>
            </a:r>
          </a:p>
          <a:p>
            <a:endParaRPr lang="en-IN" dirty="0"/>
          </a:p>
          <a:p>
            <a:r>
              <a:rPr lang="en-IN" dirty="0"/>
              <a:t>SDS (Software-Defined Storage) – </a:t>
            </a:r>
            <a:r>
              <a:rPr lang="en-IN" dirty="0" err="1"/>
              <a:t>Ceph</a:t>
            </a:r>
            <a:r>
              <a:rPr lang="en-IN" dirty="0"/>
              <a:t>, </a:t>
            </a:r>
            <a:r>
              <a:rPr lang="en-IN" dirty="0" err="1"/>
              <a:t>vSAN</a:t>
            </a:r>
            <a:r>
              <a:rPr lang="en-IN" dirty="0"/>
              <a:t>, </a:t>
            </a:r>
            <a:r>
              <a:rPr lang="en-IN" dirty="0" err="1"/>
              <a:t>PowerFlex</a:t>
            </a:r>
            <a:r>
              <a:rPr lang="en-IN" dirty="0"/>
              <a:t>, Storage Spaces</a:t>
            </a:r>
          </a:p>
          <a:p>
            <a:endParaRPr lang="en-IN" dirty="0"/>
          </a:p>
          <a:p>
            <a:r>
              <a:rPr lang="en-IN" dirty="0"/>
              <a:t>Automated tiering (SSD/</a:t>
            </a:r>
            <a:r>
              <a:rPr lang="en-IN" dirty="0" err="1"/>
              <a:t>NVMe</a:t>
            </a:r>
            <a:r>
              <a:rPr lang="en-IN" dirty="0"/>
              <a:t> → HDD)</a:t>
            </a:r>
          </a:p>
          <a:p>
            <a:endParaRPr lang="en-IN" dirty="0"/>
          </a:p>
          <a:p>
            <a:r>
              <a:rPr lang="en-IN" dirty="0"/>
              <a:t>Replication &amp; snapshotting</a:t>
            </a:r>
          </a:p>
          <a:p>
            <a:endParaRPr lang="en-IN" dirty="0"/>
          </a:p>
          <a:p>
            <a:r>
              <a:rPr lang="en-IN" dirty="0"/>
              <a:t>Data lifecycle and retention policies</a:t>
            </a:r>
          </a:p>
          <a:p>
            <a:endParaRPr lang="en-IN" dirty="0"/>
          </a:p>
          <a:p>
            <a:r>
              <a:rPr lang="en-IN" dirty="0"/>
              <a:t>Backup &amp; Disaster Recovery integration</a:t>
            </a:r>
          </a:p>
          <a:p>
            <a:endParaRPr lang="en-IN" dirty="0"/>
          </a:p>
          <a:p>
            <a:r>
              <a:rPr lang="en-IN" dirty="0"/>
              <a:t>High-performance storage for databases/HPC</a:t>
            </a:r>
          </a:p>
        </p:txBody>
      </p:sp>
    </p:spTree>
    <p:extLst>
      <p:ext uri="{BB962C8B-B14F-4D97-AF65-F5344CB8AC3E}">
        <p14:creationId xmlns:p14="http://schemas.microsoft.com/office/powerpoint/2010/main" val="418647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2D1F4-7DE1-6287-0C63-33C3E8A81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Network &amp; Security Capabilities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B1877-2911-1E3E-15A0-E1BB3C5C5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SDN (Software-Defined Networking) – NSX, Open </a:t>
            </a:r>
            <a:r>
              <a:rPr lang="en-IN" dirty="0" err="1"/>
              <a:t>vSwitch</a:t>
            </a:r>
            <a:r>
              <a:rPr lang="en-IN" dirty="0"/>
              <a:t>, Neutron</a:t>
            </a:r>
          </a:p>
          <a:p>
            <a:endParaRPr lang="en-IN" dirty="0"/>
          </a:p>
          <a:p>
            <a:r>
              <a:rPr lang="en-IN" dirty="0"/>
              <a:t>Micro-segmentation &amp; distributed firewall</a:t>
            </a:r>
          </a:p>
          <a:p>
            <a:endParaRPr lang="en-IN" dirty="0"/>
          </a:p>
          <a:p>
            <a:r>
              <a:rPr lang="en-IN" dirty="0"/>
              <a:t>Load balancing &amp; ingress services</a:t>
            </a:r>
          </a:p>
          <a:p>
            <a:endParaRPr lang="en-IN" dirty="0"/>
          </a:p>
          <a:p>
            <a:r>
              <a:rPr lang="en-IN" dirty="0"/>
              <a:t>VPN, Inter-DC, and multi-site connectivity</a:t>
            </a:r>
          </a:p>
          <a:p>
            <a:endParaRPr lang="en-IN" dirty="0"/>
          </a:p>
          <a:p>
            <a:r>
              <a:rPr lang="en-IN" dirty="0"/>
              <a:t>Zero-trust access control</a:t>
            </a:r>
          </a:p>
          <a:p>
            <a:endParaRPr lang="en-IN" dirty="0"/>
          </a:p>
          <a:p>
            <a:r>
              <a:rPr lang="en-IN" dirty="0"/>
              <a:t>Secure multi-tenant network segmentation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82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DE668-356B-73FA-64F1-64646AD6E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Automation &amp; Orchestration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93A4D-738F-39F9-C31E-F9900A0F6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Self-service portal (VMs, storage, Kubernetes clusters)</a:t>
            </a:r>
          </a:p>
          <a:p>
            <a:endParaRPr lang="en-IN" dirty="0"/>
          </a:p>
          <a:p>
            <a:r>
              <a:rPr lang="en-IN" dirty="0"/>
              <a:t>Infrastructure as Code (</a:t>
            </a:r>
            <a:r>
              <a:rPr lang="en-IN" dirty="0" err="1"/>
              <a:t>IaC</a:t>
            </a:r>
            <a:r>
              <a:rPr lang="en-IN" dirty="0"/>
              <a:t>) – Terraform, Ansible</a:t>
            </a:r>
          </a:p>
          <a:p>
            <a:endParaRPr lang="en-IN" dirty="0"/>
          </a:p>
          <a:p>
            <a:r>
              <a:rPr lang="en-IN" dirty="0"/>
              <a:t>Policy-based provisioning</a:t>
            </a:r>
          </a:p>
          <a:p>
            <a:endParaRPr lang="en-IN" dirty="0"/>
          </a:p>
          <a:p>
            <a:r>
              <a:rPr lang="en-IN" dirty="0"/>
              <a:t>Workload placement optimization</a:t>
            </a:r>
          </a:p>
          <a:p>
            <a:endParaRPr lang="en-IN" dirty="0"/>
          </a:p>
          <a:p>
            <a:r>
              <a:rPr lang="en-IN" dirty="0"/>
              <a:t>Automated patching &amp; lifecycle management</a:t>
            </a:r>
          </a:p>
          <a:p>
            <a:endParaRPr lang="en-IN" dirty="0"/>
          </a:p>
          <a:p>
            <a:r>
              <a:rPr lang="en-IN" dirty="0"/>
              <a:t>API-driven operations</a:t>
            </a:r>
          </a:p>
        </p:txBody>
      </p:sp>
    </p:spTree>
    <p:extLst>
      <p:ext uri="{BB962C8B-B14F-4D97-AF65-F5344CB8AC3E}">
        <p14:creationId xmlns:p14="http://schemas.microsoft.com/office/powerpoint/2010/main" val="90515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8289-83D1-2C04-2528-EE97D641F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Kubernetes &amp; Containers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2F902-01E7-C98C-5C37-443CEC8B9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Private Kubernetes Clusters (RKE2, OpenShift, TKGS, EKS Anywhere)</a:t>
            </a:r>
          </a:p>
          <a:p>
            <a:endParaRPr lang="en-IN" dirty="0"/>
          </a:p>
          <a:p>
            <a:r>
              <a:rPr lang="en-IN" dirty="0"/>
              <a:t>Container orchestration &amp; lifecycle</a:t>
            </a:r>
          </a:p>
          <a:p>
            <a:endParaRPr lang="en-IN" dirty="0"/>
          </a:p>
          <a:p>
            <a:r>
              <a:rPr lang="en-IN" dirty="0"/>
              <a:t>Integrated container registry</a:t>
            </a:r>
          </a:p>
          <a:p>
            <a:endParaRPr lang="en-IN" dirty="0"/>
          </a:p>
          <a:p>
            <a:r>
              <a:rPr lang="en-IN" dirty="0"/>
              <a:t>GPU-enabled container support</a:t>
            </a:r>
          </a:p>
          <a:p>
            <a:endParaRPr lang="en-IN" dirty="0"/>
          </a:p>
          <a:p>
            <a:r>
              <a:rPr lang="en-IN" dirty="0"/>
              <a:t>Multi-cluster management</a:t>
            </a:r>
          </a:p>
          <a:p>
            <a:endParaRPr lang="en-IN" dirty="0"/>
          </a:p>
          <a:p>
            <a:r>
              <a:rPr lang="en-IN" dirty="0"/>
              <a:t>DevOps &amp; CI/CD integration</a:t>
            </a:r>
          </a:p>
        </p:txBody>
      </p:sp>
    </p:spTree>
    <p:extLst>
      <p:ext uri="{BB962C8B-B14F-4D97-AF65-F5344CB8AC3E}">
        <p14:creationId xmlns:p14="http://schemas.microsoft.com/office/powerpoint/2010/main" val="587244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76138-7CD3-9DB3-CA50-7D76DC38B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Monitoring, Observability &amp; Operations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76412-C5DA-C157-78C4-8F8105242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Full-stack monitoring – VMs, GPUs, containers, storage, network</a:t>
            </a:r>
          </a:p>
          <a:p>
            <a:endParaRPr lang="en-IN" dirty="0"/>
          </a:p>
          <a:p>
            <a:r>
              <a:rPr lang="en-IN" dirty="0"/>
              <a:t>Logging &amp; alerting – ELK, Loki, Splunk</a:t>
            </a:r>
          </a:p>
          <a:p>
            <a:endParaRPr lang="en-IN" dirty="0"/>
          </a:p>
          <a:p>
            <a:r>
              <a:rPr lang="en-IN" dirty="0"/>
              <a:t>APM for application performance</a:t>
            </a:r>
          </a:p>
          <a:p>
            <a:endParaRPr lang="en-IN" dirty="0"/>
          </a:p>
          <a:p>
            <a:r>
              <a:rPr lang="en-IN" dirty="0"/>
              <a:t>Capacity planning &amp; forecasting</a:t>
            </a:r>
          </a:p>
          <a:p>
            <a:endParaRPr lang="en-IN" dirty="0"/>
          </a:p>
          <a:p>
            <a:r>
              <a:rPr lang="en-IN" dirty="0"/>
              <a:t>Chargeback/</a:t>
            </a:r>
            <a:r>
              <a:rPr lang="en-IN" dirty="0" err="1"/>
              <a:t>showback</a:t>
            </a:r>
            <a:r>
              <a:rPr lang="en-IN" dirty="0"/>
              <a:t> for cost visibility</a:t>
            </a:r>
          </a:p>
          <a:p>
            <a:endParaRPr lang="en-IN" dirty="0"/>
          </a:p>
          <a:p>
            <a:r>
              <a:rPr lang="en-IN" dirty="0"/>
              <a:t>Automated remediation (AIOps)</a:t>
            </a:r>
          </a:p>
        </p:txBody>
      </p:sp>
    </p:spTree>
    <p:extLst>
      <p:ext uri="{BB962C8B-B14F-4D97-AF65-F5344CB8AC3E}">
        <p14:creationId xmlns:p14="http://schemas.microsoft.com/office/powerpoint/2010/main" val="505803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6E5A7-969C-A20F-6625-8B42169ED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Security &amp; 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B60B-EE48-B1EB-7E88-77C81C54C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Identity &amp; Access Management (IAM) – SSO, LDAP, AD</a:t>
            </a:r>
          </a:p>
          <a:p>
            <a:endParaRPr lang="en-IN" dirty="0"/>
          </a:p>
          <a:p>
            <a:r>
              <a:rPr lang="en-IN" dirty="0"/>
              <a:t>Encryption at rest &amp; in transit</a:t>
            </a:r>
          </a:p>
          <a:p>
            <a:endParaRPr lang="en-IN" dirty="0"/>
          </a:p>
          <a:p>
            <a:r>
              <a:rPr lang="en-IN" dirty="0"/>
              <a:t>Key management (KMS)</a:t>
            </a:r>
          </a:p>
          <a:p>
            <a:endParaRPr lang="en-IN" dirty="0"/>
          </a:p>
          <a:p>
            <a:r>
              <a:rPr lang="en-IN" dirty="0"/>
              <a:t>Compliance frameworks – ISO, NIST, GDPR</a:t>
            </a:r>
          </a:p>
          <a:p>
            <a:endParaRPr lang="en-IN" dirty="0"/>
          </a:p>
          <a:p>
            <a:r>
              <a:rPr lang="en-IN" dirty="0"/>
              <a:t>Audit logging &amp; governance policies</a:t>
            </a:r>
          </a:p>
          <a:p>
            <a:endParaRPr lang="en-IN" dirty="0"/>
          </a:p>
          <a:p>
            <a:r>
              <a:rPr lang="en-IN" dirty="0"/>
              <a:t>Endpoint &amp; workload protection</a:t>
            </a:r>
          </a:p>
        </p:txBody>
      </p:sp>
    </p:spTree>
    <p:extLst>
      <p:ext uri="{BB962C8B-B14F-4D97-AF65-F5344CB8AC3E}">
        <p14:creationId xmlns:p14="http://schemas.microsoft.com/office/powerpoint/2010/main" val="211645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6D6A-C8EB-527D-A9CA-D26C63B93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Hybrid &amp; Multi-Cloud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4CE760-2C56-2196-152D-C7ACE75415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Cloud bursting (auto-expand to public cloud)</a:t>
            </a:r>
          </a:p>
          <a:p>
            <a:endParaRPr lang="en-US" dirty="0"/>
          </a:p>
          <a:p>
            <a:r>
              <a:rPr lang="en-US" dirty="0"/>
              <a:t>Unified management across on-prem + cloud</a:t>
            </a:r>
          </a:p>
          <a:p>
            <a:endParaRPr lang="en-US" dirty="0"/>
          </a:p>
          <a:p>
            <a:r>
              <a:rPr lang="en-US" dirty="0"/>
              <a:t>Disaster recovery to cloud</a:t>
            </a:r>
          </a:p>
          <a:p>
            <a:endParaRPr lang="en-US" dirty="0"/>
          </a:p>
          <a:p>
            <a:r>
              <a:rPr lang="en-US" dirty="0"/>
              <a:t>Consistent VM &amp; container orchestration</a:t>
            </a:r>
          </a:p>
          <a:p>
            <a:endParaRPr lang="en-US" dirty="0"/>
          </a:p>
          <a:p>
            <a:r>
              <a:rPr lang="en-US" dirty="0"/>
              <a:t>S3-compatible storage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7877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E0E1E-813C-6956-376A-EC58571C4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FinOps &amp; Cost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9633C0-8CAD-9239-6F35-C1CB527FC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Resource usage analytics</a:t>
            </a:r>
          </a:p>
          <a:p>
            <a:endParaRPr lang="en-US" dirty="0"/>
          </a:p>
          <a:p>
            <a:r>
              <a:rPr lang="en-US" dirty="0"/>
              <a:t>Chargeback / </a:t>
            </a:r>
            <a:r>
              <a:rPr lang="en-US" dirty="0" err="1"/>
              <a:t>showback</a:t>
            </a:r>
            <a:r>
              <a:rPr lang="en-US" dirty="0"/>
              <a:t> models</a:t>
            </a:r>
          </a:p>
          <a:p>
            <a:endParaRPr lang="en-US" dirty="0"/>
          </a:p>
          <a:p>
            <a:r>
              <a:rPr lang="en-US" dirty="0"/>
              <a:t>Budgeting &amp; forecasting</a:t>
            </a:r>
          </a:p>
          <a:p>
            <a:endParaRPr lang="en-US" dirty="0"/>
          </a:p>
          <a:p>
            <a:r>
              <a:rPr lang="en-US" dirty="0"/>
              <a:t>Right-sizing recommendations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1486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BB40E-7086-DEB8-CE6A-ED4EC3E34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Developer &amp; Platform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E7C49E-24D5-A36D-60A3-AEE324B42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API </a:t>
            </a:r>
            <a:r>
              <a:rPr lang="en-IN" dirty="0" err="1"/>
              <a:t>catalog</a:t>
            </a:r>
            <a:r>
              <a:rPr lang="en-IN" dirty="0"/>
              <a:t> &amp; service marketplace</a:t>
            </a:r>
          </a:p>
          <a:p>
            <a:endParaRPr lang="en-IN" dirty="0"/>
          </a:p>
          <a:p>
            <a:r>
              <a:rPr lang="en-IN" dirty="0"/>
              <a:t>Function-as-a-Service (</a:t>
            </a:r>
            <a:r>
              <a:rPr lang="en-IN" dirty="0" err="1"/>
              <a:t>FaaS</a:t>
            </a:r>
            <a:r>
              <a:rPr lang="en-IN" dirty="0"/>
              <a:t>) in private cloud</a:t>
            </a:r>
          </a:p>
          <a:p>
            <a:endParaRPr lang="en-IN" dirty="0"/>
          </a:p>
          <a:p>
            <a:r>
              <a:rPr lang="en-IN" dirty="0"/>
              <a:t>Internal PaaS (DBaaS, Cache-as-a-Service, AI/ML services)</a:t>
            </a:r>
          </a:p>
          <a:p>
            <a:endParaRPr lang="en-IN" dirty="0"/>
          </a:p>
          <a:p>
            <a:r>
              <a:rPr lang="en-IN" dirty="0"/>
              <a:t>Private </a:t>
            </a:r>
            <a:r>
              <a:rPr lang="en-IN" dirty="0" err="1"/>
              <a:t>GitOps</a:t>
            </a:r>
            <a:r>
              <a:rPr lang="en-IN" dirty="0"/>
              <a:t> pipelines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385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402</Words>
  <Application>Microsoft Office PowerPoint</Application>
  <PresentationFormat>Widescreen</PresentationFormat>
  <Paragraphs>123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Core Capabilities of Private Cloud</vt:lpstr>
      <vt:lpstr>Compute Capabilities</vt:lpstr>
      <vt:lpstr>Storage Capabilities</vt:lpstr>
      <vt:lpstr>Network &amp; Security Capabilities</vt:lpstr>
      <vt:lpstr>Automation &amp; Orchestration </vt:lpstr>
      <vt:lpstr>Kubernetes &amp; Containers</vt:lpstr>
      <vt:lpstr>Monitoring, Observability &amp; Operations </vt:lpstr>
      <vt:lpstr>Security &amp; Compliance</vt:lpstr>
      <vt:lpstr>Hybrid &amp; Multi-Cloud Integration</vt:lpstr>
      <vt:lpstr>FinOps &amp; Cost Optimization</vt:lpstr>
      <vt:lpstr>Developer &amp; Platform Services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Kumari</dc:creator>
  <cp:lastModifiedBy>Priyanka Kumari</cp:lastModifiedBy>
  <cp:revision>2</cp:revision>
  <dcterms:created xsi:type="dcterms:W3CDTF">2025-12-03T08:45:49Z</dcterms:created>
  <dcterms:modified xsi:type="dcterms:W3CDTF">2025-12-03T08:46:55Z</dcterms:modified>
</cp:coreProperties>
</file>
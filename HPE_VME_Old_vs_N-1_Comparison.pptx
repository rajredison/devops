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52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23C"/>
                </a:solidFill>
              </a:defRPr>
            </a:pPr>
            <a:r>
              <a:t>HPE VME Comparison: Old Version vs N-1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371600"/>
          <a:ext cx="10972800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AE72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AE72"/>
                          </a:solidFill>
                        </a:defRPr>
                      </a:pPr>
                      <a:r>
                        <a:t>Old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AE72"/>
                          </a:solidFill>
                        </a:defRPr>
                      </a:pPr>
                      <a:r>
                        <a:t>N-1 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Platform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Basic HVM engine, smaller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Optimized HVM, larger clusters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Compute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Gen9/Gen10, basic OneView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Gen10/Gen11, full OneView + iLO automation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Storage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3PAR/Nimble,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Alletra MP/6000/9000, advanced replication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Networking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Basic switching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Aruba CX micro-segmentation, IPAM/DNS plugins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Basic UI, limited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Morpheus automation, full API, modern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Basic 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VM encryption + vTPM + Vault/CyberArk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Backup &amp;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Limited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Veeam, Rubrik, Cohesity, Commvault full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No native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Built‑in VMware → HVM migrator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Minimal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23C"/>
                          </a:solidFill>
                        </a:defRPr>
                      </a:pPr>
                      <a:r>
                        <a:t>Monitoring + automation ecosystem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</Words>
  <Application>Microsoft Office PowerPoint</Application>
  <PresentationFormat>On-screen Show (4:3)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HPE VME Comparison: Old Version vs N-1 Version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 Kumari</cp:lastModifiedBy>
  <cp:revision>1</cp:revision>
  <dcterms:created xsi:type="dcterms:W3CDTF">2013-01-27T09:14:16Z</dcterms:created>
  <dcterms:modified xsi:type="dcterms:W3CDTF">2025-11-18T12:56:01Z</dcterms:modified>
  <cp:category/>
</cp:coreProperties>
</file>